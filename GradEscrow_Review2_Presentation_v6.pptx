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00" d="100"/>
          <a:sy n="300" d="100"/>
        </p:scale>
        <p:origin x="-5554" y="-7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Dispute Window (Days)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Milestone 1</c:v>
                </c:pt>
                <c:pt idx="1">
                  <c:v>Milestone 2</c:v>
                </c:pt>
                <c:pt idx="2">
                  <c:v>Milestone 3</c:v>
                </c:pt>
                <c:pt idx="3">
                  <c:v>Milestone 4</c:v>
                </c:pt>
                <c:pt idx="4">
                  <c:v>Milestone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5.6</c:v>
                </c:pt>
                <c:pt idx="2">
                  <c:v>4.2</c:v>
                </c:pt>
                <c:pt idx="3">
                  <c:v>2.8</c:v>
                </c:pt>
                <c:pt idx="4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FE-42A7-8317-3C9D1EFE14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D9-4DB7-873B-5F2D44522163}"/>
              </c:ext>
            </c:extLst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D9-4DB7-873B-5F2D44522163}"/>
              </c:ext>
            </c:extLst>
          </c:dPt>
          <c:cat>
            <c:strRef>
              <c:f>Sheet1!$A$2:$A$3</c:f>
              <c:strCache>
                <c:ptCount val="2"/>
                <c:pt idx="0">
                  <c:v>Completed (70%)</c:v>
                </c:pt>
                <c:pt idx="1">
                  <c:v>Remaining (30%)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CD9-4DB7-873B-5F2D445221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67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LE">
    <p:bg>
      <p:bgPr>
        <a:solidFill>
          <a:srgbClr val="20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2A89D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2A89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A89D"/>
                </a:solidFill>
              </a:rPr>
              <a:t>BLOCKCHAIN • SMART CONTRACTS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GradEscrow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DDDDD"/>
                </a:solidFill>
              </a:rPr>
              <a:t>Milestone-Based Smart Contracts with Adaptive Dispute Windows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Rudraksh Choudhary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Reg. No. 25BCE1790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Ayush Abhinav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Reg. No. 25BCE5359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Traditional Escrow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2029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951"/>
                </a:solidFill>
              </a:rPr>
              <a:t>All-or-Nothing Release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Funds are locked until the ENTIRE job is done. Partial progress cannot be fairly compensated.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rgbClr val="2029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951"/>
                </a:solidFill>
              </a:rPr>
              <a:t>No Neutral Middleman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Traditional escrow relies on platforms with high fees and slow manual dispute resolution processes.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12A89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951"/>
                </a:solidFill>
              </a:rPr>
              <a:t>Static Trust Handling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Every dispute window is treated the same. A freelancer's earned trust over time is completely ignored.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&amp; Research Gap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5603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Paper / Platform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Limitation Identified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Smart Contract Escrow System (IJCRT, 2023)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Static dispute rules; no mechanism for trust decay.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Crowdfunding Milestone Payments (2020)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Binary release system; lacks proportional logic.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Smart Contracts in Construction (MDPI, 2023)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</a:rPr>
                        <a:t>No adaptive dispute resolution mechanism.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8404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029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Research Gap: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No existing academic system mathematically adapts its dispute-resolution timing based on accumulated verified trust within the same smart contract.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Adaptive Dispute Window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0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Window(n) = W₀ × (1 - k × n)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02951"/>
                </a:solidFill>
              </a:rPr>
              <a:t>Formula Breakdown: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n = Number of successfully verified milestones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k = Decay constant (e.g., 20% or 0.2)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W₀ = Initial dispute window (e.g., 7 days)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3474720"/>
            <a:ext cx="548640" cy="365760"/>
          </a:xfrm>
          <a:prstGeom prst="rightArrow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02951"/>
                </a:solidFill>
              </a:rPr>
              <a:t>What this implies in practice: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0" y="32918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As the freelancer successfully completes milestones (n increases), the time the client has to dispute the work automatically shrinks. Trust is explicitly rewarded with exponentially faster payouts.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Data: Visualizing Trust Accumulation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280160"/>
            <a:ext cx="31089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29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8521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02951"/>
                </a:solidFill>
              </a:rPr>
              <a:t>Understanding this graph: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52160" y="182880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This bar chart plots the dispute window over a 5-milestone project utilizing a 20% decay constant.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Milestone 1 begins at a strict 7-day window.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By Milestone 3, it shrinks to 4.2 days.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By Milestone 5, proven trust allows funds to release in just 1.4 days.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Conclusion: The smart contract dynamically adjusts risk based on historical data.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 Core Logic (State Machine)</a:t>
            </a:r>
            <a:endParaRPr lang="en-US" sz="3200" dirty="0"/>
          </a:p>
        </p:txBody>
      </p:sp>
      <p:pic>
        <p:nvPicPr>
          <p:cNvPr id="3" name="Image 0" descr="C:/Users/choud/.gemini/antigravity/brain/7adf1e65-0d78-41f8-a5e2-7087feeef79d/.user_uploaded/media_17895830389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7645" y="2059940"/>
            <a:ext cx="45720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12A89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Status: Review 2 vs Future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371600"/>
          <a:ext cx="3474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114800" y="1371600"/>
            <a:ext cx="45720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2029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29768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02951"/>
                </a:solidFill>
              </a:rPr>
              <a:t>70% Completed (Backend &amp; Blockchain)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97680" y="19202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Smart Contract fully written in Solidity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Adaptive trust decay math successfully implemented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Core workflow tested locally via Hardhat/Ethers.js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100% test pass rate for all edge cases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0" y="3200400"/>
            <a:ext cx="45720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297680" y="3291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A89D"/>
                </a:solidFill>
              </a:rPr>
              <a:t>30% Remaining (Frontend &amp; Integration)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97680" y="37490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Build React.js Dashboard UI for clients &amp; freelancers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Integrate MetaMask for seamless Web3 signing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Deploy to Sepolia Testnet for public interaction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</a:rPr>
              <a:t>• Prepare Final Interactive Demonstration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455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Rudraksh Choudhary</cp:lastModifiedBy>
  <cp:revision>3</cp:revision>
  <dcterms:created xsi:type="dcterms:W3CDTF">2026-09-16T18:49:17Z</dcterms:created>
  <dcterms:modified xsi:type="dcterms:W3CDTF">2026-09-17T15:09:47Z</dcterms:modified>
</cp:coreProperties>
</file>